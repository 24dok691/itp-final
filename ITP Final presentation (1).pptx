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078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7498080" y="-365760"/>
            <a:ext cx="2286000" cy="2286000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691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 ANALYZER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74320" y="2286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 Parsing &amp; Analysis Tool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432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Programming 2 — Final Project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3383280"/>
            <a:ext cx="475488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365760" y="34564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Temirzakhov Adilzhan</a:t>
            </a:r>
            <a:b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Zholdygali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Azat</a:t>
            </a:r>
          </a:p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Niyalov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Erkebulan</a:t>
            </a:r>
          </a:p>
        </p:txBody>
      </p:sp>
      <p:sp>
        <p:nvSpPr>
          <p:cNvPr id="12" name="Shape 9"/>
          <p:cNvSpPr/>
          <p:nvPr/>
        </p:nvSpPr>
        <p:spPr>
          <a:xfrm>
            <a:off x="6766560" y="3566160"/>
            <a:ext cx="210312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6766560" y="3566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5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2011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Are Hard to Read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" y="28346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 files are very long. It is hard to find important messages by hand.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2801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7"/>
          <p:cNvSpPr/>
          <p:nvPr/>
        </p:nvSpPr>
        <p:spPr>
          <a:xfrm>
            <a:off x="3200400" y="1280160"/>
            <a:ext cx="27432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5544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Fast Search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64992" y="28346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filter logs by date, type, or keyword — quickly and easily.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1"/>
          <p:cNvSpPr/>
          <p:nvPr/>
        </p:nvSpPr>
        <p:spPr>
          <a:xfrm>
            <a:off x="6126480" y="1280160"/>
            <a:ext cx="27432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55448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Statistics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91072" y="28346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to count errors, warnings, and other messages to understand what happened.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91440" cy="1645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325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Parsing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4712" y="170992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log lines using regular expressions. Extracts date, time, level, and message.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00600" y="118872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7"/>
          <p:cNvSpPr/>
          <p:nvPr/>
        </p:nvSpPr>
        <p:spPr>
          <a:xfrm>
            <a:off x="4800600" y="1188720"/>
            <a:ext cx="91440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916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05272" y="1325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Type/Date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05272" y="170992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logs by status level (ERROR, WARNING…) or by a date range.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" y="306324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1"/>
          <p:cNvSpPr/>
          <p:nvPr/>
        </p:nvSpPr>
        <p:spPr>
          <a:xfrm>
            <a:off x="320040" y="3063240"/>
            <a:ext cx="91440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661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24712" y="3200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Statistics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24712" y="358444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many DEBUG, INFO, WARNING, ERROR, CRITICAL messages are in the file.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800600" y="306324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5"/>
          <p:cNvSpPr/>
          <p:nvPr/>
        </p:nvSpPr>
        <p:spPr>
          <a:xfrm>
            <a:off x="4800600" y="3063240"/>
            <a:ext cx="91440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5661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05272" y="3200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Messages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05272" y="358444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most common log messages using efficient dictionary counting.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393192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—  sample.log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90472"/>
            <a:ext cx="393192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2026-01-01 10:15:32 </a:t>
            </a: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 connection failed
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2026-01-01 10:15:35 </a:t>
            </a: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 started
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2026-01-01 10:16:01 </a:t>
            </a: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Low memory
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2026-01-01 10:17:45 </a:t>
            </a: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Retrying...
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2026-01-01 10:18:10 </a:t>
            </a: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 crash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519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—  analysis result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90472"/>
            <a:ext cx="41148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4892040" y="1572768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Log Summary ===
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  :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   :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: </a:t>
            </a: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  : </a:t>
            </a: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CRITICAL: </a:t>
            </a: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message: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"DB connection failed" x1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3931920"/>
            <a:ext cx="859536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 python main.py --file sample.log --filter ERROR --top 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/>
              <a:t>Temirzakhov Adilzhan</a:t>
            </a:r>
          </a:p>
        </p:txBody>
      </p:sp>
      <p:sp>
        <p:nvSpPr>
          <p:cNvPr id="7" name="Text 5"/>
          <p:cNvSpPr/>
          <p:nvPr/>
        </p:nvSpPr>
        <p:spPr>
          <a:xfrm>
            <a:off x="365760" y="1764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Parser &amp; Models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24871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LogEntry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CriticalEntry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 to parse each log line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reading (file_handler.py)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parser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11887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3182112" y="118872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3182112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err="1"/>
              <a:t>Zholdygali</a:t>
            </a:r>
            <a:r>
              <a:rPr lang="en-US" sz="1500" dirty="0"/>
              <a:t> Azat</a:t>
            </a:r>
          </a:p>
        </p:txBody>
      </p:sp>
      <p:sp>
        <p:nvSpPr>
          <p:cNvPr id="12" name="Text 10"/>
          <p:cNvSpPr/>
          <p:nvPr/>
        </p:nvSpPr>
        <p:spPr>
          <a:xfrm>
            <a:off x="3273552" y="1764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Analyzer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2176272"/>
            <a:ext cx="24871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LogFilter — filter by status and date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LogAnalyzer — count messages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most frequent messages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filter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11887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6089904" y="118872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6089904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err="1"/>
              <a:t>Niyalov</a:t>
            </a:r>
            <a:r>
              <a:rPr lang="en-US" sz="1500" dirty="0"/>
              <a:t> Erkebulan</a:t>
            </a:r>
          </a:p>
        </p:txBody>
      </p:sp>
      <p:sp>
        <p:nvSpPr>
          <p:cNvPr id="17" name="Text 15"/>
          <p:cNvSpPr/>
          <p:nvPr/>
        </p:nvSpPr>
        <p:spPr>
          <a:xfrm>
            <a:off x="6181344" y="1764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App &amp; Report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27064" y="2176272"/>
            <a:ext cx="24871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command-line interface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formatting and report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JSON/CSV export of results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and GitHub setup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859536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09728" cy="11155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02920" y="12435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for Parsing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9105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lines have a fixed format. We use a regular expression to split each line into date, time, level, and message in one step.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7764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re.match(r"(\d{4}-\d{2}-\d{2}) (\d{2}:\d{2}:\d{2}) (\w+) (.+)", line)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432304"/>
            <a:ext cx="859536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274320" y="2432304"/>
            <a:ext cx="10972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for Counting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85292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count messages, we use a dictionary. This is O(n) — much faster than using nested loops (O(n²)).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542032"/>
            <a:ext cx="397764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4846320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= {}  →  counts[level] +=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694176"/>
            <a:ext cx="859536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274320" y="3694176"/>
            <a:ext cx="10972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502920" y="37673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for Large Files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files can be very large. We use a generator to read one line at a time. This saves memory.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803904"/>
            <a:ext cx="397764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4846320" y="3803904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read_log(path):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open(path) as f: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from 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1362456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868680" y="1362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log files using regular expressions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83480" y="1362456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4983480" y="1362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1325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 level and date range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2048256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86868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and rank the most common messages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83480" y="2048256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498348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results to JSON or CSV file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2734056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868680" y="2734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2697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 with 3+ classes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983480" y="2734056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4983480" y="2734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697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for memory-efficient file reading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371600" y="4206240"/>
            <a:ext cx="6400800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1371600" y="42062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—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563</Words>
  <Application>Microsoft Macintosh PowerPoint</Application>
  <PresentationFormat>Экран (16:9)</PresentationFormat>
  <Paragraphs>82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Adilzhan Temirzakhov</cp:lastModifiedBy>
  <cp:revision>5</cp:revision>
  <dcterms:created xsi:type="dcterms:W3CDTF">2026-05-18T07:44:26Z</dcterms:created>
  <dcterms:modified xsi:type="dcterms:W3CDTF">2026-05-26T07:42:46Z</dcterms:modified>
</cp:coreProperties>
</file>